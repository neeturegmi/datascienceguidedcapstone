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54fe2925d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a54fe2925d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54fe2925d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a54fe2925d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54fe2925d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a54fe2925d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54fe2925d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54fe2925d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54fe2925d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a54fe2925d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54fe2925d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a54fe2925d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54fe2925d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a54fe2925d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54fe2925d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54fe2925d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Mountain Resort Pricing Recommendation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 Identification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84700" y="1063225"/>
            <a:ext cx="82296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Mountain Resort is evaluating its ticket pricing strategy.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new high-speed chair lift introduces additional operating costs.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prices appear low relative to comparable resorts.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 Provide a data-driven optimal ticket price recommendation.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Questions to Answer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optimal daily ticket price given resort characteristics?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Big Mountain compare to similar resorts?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do predictive models indicate about price competitiveness?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scenario changes affect the recommendation?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Recommendation</a:t>
            </a: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 and Key Findings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Recommended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model predicted price in range from $85.51 to 106.23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Mountain is underpriced relative to its features and competitors.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 model identified strongest predictive performance.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 modeling supports viability of a price increase.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Modeling Approach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457200" y="950225"/>
            <a:ext cx="8229600" cy="3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Performed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wrangling, cleaning, and feature engineering.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Compared baseline, Linear Regression, and Random Forest models.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cross-validation to evaluate performance.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drivers of price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Skiable terrain, Numbers of lifts, Regional/State characteristics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(mean price) performed poorly.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Regression improved accuracy with clear feature effects.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 captured nonlinear relationships; best accuracy.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Cross-validation and test metrics were consistent.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 Drivers &amp; Comparisons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Mountain ranks high in terrain, facilities, and lifts.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Competitors with similar features often charge more.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indicates undervaluation relative to peer resorts.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 Modeling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Tested multiple price-increase scenarios.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showed sustained alignment with market pricing.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Incorporated added lift operating costs into scenarios.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Mountain is currently priced below market value.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supports increasing ticket prices to recommended level.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The new lift investment is aligned with higher pricing.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